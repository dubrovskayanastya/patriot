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941773f2f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4941773f2f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941773f2f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941773f2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941773f2f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4941773f2f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4941773f2f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4941773f2f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941773f2f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4941773f2f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d8416589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d8416589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d8416589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8d8416589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d8416589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d8416589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4941773f2f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4941773f2f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d84165894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d8416589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d8416589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8d8416589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Гордость колледжа. Онлайн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450" y="2866125"/>
            <a:ext cx="7688100" cy="20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567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100">
                <a:solidFill>
                  <a:srgbClr val="201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Автор:</a:t>
            </a:r>
            <a:r>
              <a:rPr i="1" lang="ru" sz="1100">
                <a:solidFill>
                  <a:srgbClr val="201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i="1" lang="ru" sz="1100">
                <a:solidFill>
                  <a:srgbClr val="201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Дубровская</a:t>
            </a:r>
            <a:r>
              <a:rPr i="1" lang="ru" sz="1100">
                <a:solidFill>
                  <a:srgbClr val="201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Анастасия Денисовна, 4 курс </a:t>
            </a:r>
            <a:endParaRPr i="1" sz="1100">
              <a:solidFill>
                <a:srgbClr val="20124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67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ru" sz="1100">
                <a:solidFill>
                  <a:srgbClr val="201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Научный руководитель: </a:t>
            </a:r>
            <a:r>
              <a:rPr i="1" lang="ru" sz="1100">
                <a:solidFill>
                  <a:srgbClr val="201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Шмарина Виктория Андреевна, </a:t>
            </a:r>
            <a:endParaRPr i="1" sz="1100">
              <a:solidFill>
                <a:srgbClr val="20124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67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100">
                <a:solidFill>
                  <a:srgbClr val="201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преподаватель без квалификационной категории</a:t>
            </a:r>
            <a:endParaRPr i="1" sz="1100">
              <a:solidFill>
                <a:srgbClr val="20124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67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100">
                <a:solidFill>
                  <a:srgbClr val="201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Номинация:</a:t>
            </a:r>
            <a:r>
              <a:rPr i="1" lang="ru" sz="1100">
                <a:solidFill>
                  <a:srgbClr val="201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«Я – патриот своей страны»</a:t>
            </a:r>
            <a:endParaRPr i="1" sz="1100">
              <a:solidFill>
                <a:srgbClr val="20124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67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 sz="1100">
                <a:solidFill>
                  <a:srgbClr val="201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Год:</a:t>
            </a:r>
            <a:r>
              <a:rPr i="1" lang="ru" sz="1100">
                <a:solidFill>
                  <a:srgbClr val="201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2025</a:t>
            </a:r>
            <a:endParaRPr i="1" sz="1100">
              <a:solidFill>
                <a:srgbClr val="20124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67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20124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67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20124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67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100">
              <a:solidFill>
                <a:srgbClr val="20124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67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0124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106125" y="592575"/>
            <a:ext cx="4551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-31600" y="-39500"/>
            <a:ext cx="9175500" cy="86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185150" y="-11625"/>
            <a:ext cx="6391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200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Филиал учреждения образования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«Белорусский государственный технологический университет»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«Витебский государственный технологический колледж»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1" name="Google Shape;9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" y="0"/>
            <a:ext cx="802971" cy="82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>
            <a:off x="692025" y="5329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ru" sz="2500">
                <a:solidFill>
                  <a:srgbClr val="000000"/>
                </a:solidFill>
              </a:rPr>
              <a:t>Актуальность проекта</a:t>
            </a:r>
            <a:endParaRPr sz="2500"/>
          </a:p>
        </p:txBody>
      </p:sp>
      <p:sp>
        <p:nvSpPr>
          <p:cNvPr id="97" name="Google Shape;97;p14"/>
          <p:cNvSpPr txBox="1"/>
          <p:nvPr>
            <p:ph idx="1" type="body"/>
          </p:nvPr>
        </p:nvSpPr>
        <p:spPr>
          <a:xfrm>
            <a:off x="729450" y="1219700"/>
            <a:ext cx="7688700" cy="3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000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Современное образование невозможно без цифровых технологий.</a:t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45000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Колледжу важно иметь современный сайт, который не только информирует, но и вдохновляет.</a:t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45000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Проект </a:t>
            </a:r>
            <a:r>
              <a:rPr b="1"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«Гордость колледжа.Онлайн»</a:t>
            </a:r>
            <a:r>
              <a:rPr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создан, чтобы объединить студентов, педагогов и выпускников в едином цифровом пространстве, где отображаются достижения, события и традиции учебного заведения.</a:t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45000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Он способствует развитию чувства гордости за свой колледж и формирует патриотизм через демонстрацию успехов реальных людей.</a:t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45000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727650" y="4805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Цель и задачи</a:t>
            </a:r>
            <a:endParaRPr/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399125" y="1242575"/>
            <a:ext cx="4985400" cy="36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Цель:</a:t>
            </a:r>
            <a:endParaRPr b="1" sz="16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Создание интерактивного сайта, который отражает жизнь колледжа, хранит информацию о лучших учащихся и использует современные технологии для автоматизации и визуализации данных.</a:t>
            </a:r>
            <a:endParaRPr sz="16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Задачи:</a:t>
            </a:r>
            <a:endParaRPr b="1" sz="16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aleway"/>
              <a:buChar char="●"/>
            </a:pPr>
            <a:r>
              <a:rPr lang="ru" sz="16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Разработать web-сайт с удобным интерфейсом;</a:t>
            </a:r>
            <a:endParaRPr sz="16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aleway"/>
              <a:buChar char="●"/>
            </a:pPr>
            <a:r>
              <a:rPr lang="ru" sz="16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Реализовать доску почёта с распознаванием лиц;</a:t>
            </a:r>
            <a:endParaRPr sz="16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aleway"/>
              <a:buChar char="●"/>
            </a:pPr>
            <a:r>
              <a:rPr lang="ru" sz="16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Организовать календарь мероприятий;</a:t>
            </a:r>
            <a:endParaRPr sz="16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aleway"/>
              <a:buChar char="●"/>
            </a:pPr>
            <a:r>
              <a:rPr lang="ru" sz="16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Обеспечить поиск по людям и событиям;</a:t>
            </a:r>
            <a:endParaRPr sz="16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aleway"/>
              <a:buChar char="●"/>
            </a:pPr>
            <a:r>
              <a:rPr lang="ru" sz="16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Повысить интерес студентов к ИТ и цифровым инновациям.</a:t>
            </a:r>
            <a:endParaRPr b="1" sz="16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4" name="Google Shape;10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8050" y="1168175"/>
            <a:ext cx="3683548" cy="335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727650" y="532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Основная идея</a:t>
            </a:r>
            <a:endParaRPr/>
          </a:p>
        </p:txBody>
      </p:sp>
      <p:pic>
        <p:nvPicPr>
          <p:cNvPr id="110" name="Google Shape;11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2800" y="2516050"/>
            <a:ext cx="3658275" cy="2085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263575" y="1316975"/>
            <a:ext cx="5159100" cy="32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Проект объединяет технологии искусственного интеллекта и патриотическое воспитание.</a:t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just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Каждый студент может стать частью истории колледжа — его лицо и достижения заносятся в базу сайта.</a:t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just"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При наведении курсора на фото система сравнивает дескрипторы с базой данных и определяет личность, показывая краткую информацию: имя, специальность, достижения.</a:t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729450" y="547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Структура сайта</a:t>
            </a:r>
            <a:endParaRPr/>
          </a:p>
        </p:txBody>
      </p:sp>
      <p:pic>
        <p:nvPicPr>
          <p:cNvPr id="117" name="Google Shape;11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125" y="2397795"/>
            <a:ext cx="4665001" cy="239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 txBox="1"/>
          <p:nvPr>
            <p:ph idx="1" type="body"/>
          </p:nvPr>
        </p:nvSpPr>
        <p:spPr>
          <a:xfrm>
            <a:off x="729450" y="1249625"/>
            <a:ext cx="4971300" cy="3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"/>
              <a:buChar char="●"/>
            </a:pPr>
            <a:r>
              <a:rPr b="1"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Календарь мероприятий – </a:t>
            </a:r>
            <a:r>
              <a:rPr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интерактивный план активности</a:t>
            </a:r>
            <a:r>
              <a:rPr b="1"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;</a:t>
            </a:r>
            <a:endParaRPr b="1"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"/>
              <a:buChar char="●"/>
            </a:pPr>
            <a:r>
              <a:rPr b="1"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Доска почёта – </a:t>
            </a:r>
            <a:r>
              <a:rPr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фото лучших студентов с функцией распознавания лиц;</a:t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"/>
              <a:buChar char="●"/>
            </a:pPr>
            <a:r>
              <a:rPr b="1"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Поиск – </a:t>
            </a:r>
            <a:r>
              <a:rPr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по имени, событию, дате;</a:t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"/>
              <a:buChar char="●"/>
            </a:pPr>
            <a:r>
              <a:rPr b="1"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Панель для записи в секции;</a:t>
            </a:r>
            <a:endParaRPr b="1"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584550" y="478150"/>
            <a:ext cx="7974900" cy="9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 sz="23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Используемые технологии</a:t>
            </a:r>
            <a:endParaRPr sz="23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942825" y="1930575"/>
            <a:ext cx="950400" cy="22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5" name="Google Shape;12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5400" y="1550750"/>
            <a:ext cx="3983850" cy="323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 txBox="1"/>
          <p:nvPr>
            <p:ph idx="1" type="body"/>
          </p:nvPr>
        </p:nvSpPr>
        <p:spPr>
          <a:xfrm>
            <a:off x="729450" y="1249625"/>
            <a:ext cx="4971300" cy="3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"/>
              <a:buChar char="●"/>
            </a:pPr>
            <a:r>
              <a:rPr b="1"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HTML, CSS </a:t>
            </a:r>
            <a:r>
              <a:rPr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– вёрстка и оформление интерфейса;</a:t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"/>
              <a:buChar char="●"/>
            </a:pPr>
            <a:r>
              <a:rPr b="1"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JavaScript (MJS) </a:t>
            </a:r>
            <a:r>
              <a:rPr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– динамика, взаимодействие с сервером;</a:t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"/>
              <a:buChar char="●"/>
            </a:pPr>
            <a:r>
              <a:rPr b="1"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MySQL </a:t>
            </a:r>
            <a:r>
              <a:rPr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– база данных для хранения информации и дескрипторов лиц;</a:t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idx="1" type="body"/>
          </p:nvPr>
        </p:nvSpPr>
        <p:spPr>
          <a:xfrm>
            <a:off x="584550" y="478150"/>
            <a:ext cx="7974900" cy="9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 sz="23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Принцип работы</a:t>
            </a:r>
            <a:endParaRPr sz="23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942825" y="1930575"/>
            <a:ext cx="950400" cy="22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" name="Google Shape;133;p19"/>
          <p:cNvSpPr txBox="1"/>
          <p:nvPr>
            <p:ph idx="1" type="body"/>
          </p:nvPr>
        </p:nvSpPr>
        <p:spPr>
          <a:xfrm>
            <a:off x="729450" y="1249625"/>
            <a:ext cx="7930800" cy="3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"/>
              <a:buAutoNum type="arabicPeriod"/>
            </a:pPr>
            <a:r>
              <a:rPr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Администратор загружает фото студентов и сохраняет дескрипторы в БД MySQL.</a:t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"/>
              <a:buAutoNum type="arabicPeriod"/>
            </a:pPr>
            <a:r>
              <a:rPr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Пользователь заходит на сайт и наводит курсор на фото.</a:t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"/>
              <a:buAutoNum type="arabicPeriod"/>
            </a:pPr>
            <a:r>
              <a:rPr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Система выполняет сравнение изображения с сохранёнными дескрипторами.</a:t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"/>
              <a:buAutoNum type="arabicPeriod"/>
            </a:pPr>
            <a:r>
              <a:rPr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На экране появляется информация о студенте и его достижениях.</a:t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0" y="531774"/>
            <a:ext cx="9143998" cy="4414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466925"/>
            <a:ext cx="4223375" cy="457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3369" y="466925"/>
            <a:ext cx="549666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type="title"/>
          </p:nvPr>
        </p:nvSpPr>
        <p:spPr>
          <a:xfrm>
            <a:off x="729450" y="5666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Преимущества проекта</a:t>
            </a:r>
            <a:endParaRPr/>
          </a:p>
        </p:txBody>
      </p:sp>
      <p:sp>
        <p:nvSpPr>
          <p:cNvPr id="154" name="Google Shape;154;p22"/>
          <p:cNvSpPr txBox="1"/>
          <p:nvPr>
            <p:ph idx="1" type="body"/>
          </p:nvPr>
        </p:nvSpPr>
        <p:spPr>
          <a:xfrm>
            <a:off x="836875" y="1346425"/>
            <a:ext cx="6281700" cy="34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"/>
              <a:buChar char="●"/>
            </a:pPr>
            <a:r>
              <a:rPr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Инновационный подход к доске почёта;</a:t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"/>
              <a:buChar char="●"/>
            </a:pPr>
            <a:r>
              <a:rPr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Автоматизация распознавания лиц;</a:t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"/>
              <a:buChar char="●"/>
            </a:pPr>
            <a:r>
              <a:rPr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Простая интеграция в сайт колледжа;</a:t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"/>
              <a:buChar char="●"/>
            </a:pPr>
            <a:r>
              <a:rPr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Адаптивный дизайн (работает на ПК и телефонах);</a:t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"/>
              <a:buChar char="●"/>
            </a:pPr>
            <a:r>
              <a:rPr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Повышает вовлечённость студентов и престиж колледжа.</a:t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55" name="Google Shape;15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7525" y="3481075"/>
            <a:ext cx="1720626" cy="1720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type="title"/>
          </p:nvPr>
        </p:nvSpPr>
        <p:spPr>
          <a:xfrm>
            <a:off x="729450" y="5666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Социальная и патриотическая значимость</a:t>
            </a:r>
            <a:endParaRPr/>
          </a:p>
        </p:txBody>
      </p:sp>
      <p:sp>
        <p:nvSpPr>
          <p:cNvPr id="161" name="Google Shape;161;p23"/>
          <p:cNvSpPr txBox="1"/>
          <p:nvPr>
            <p:ph idx="1" type="body"/>
          </p:nvPr>
        </p:nvSpPr>
        <p:spPr>
          <a:xfrm>
            <a:off x="836875" y="1346425"/>
            <a:ext cx="7581300" cy="34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000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Проект способствует развитию гражданственности и гордости за свой колледж.</a:t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45000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Он показывает реальные примеры успеха, вдохновляет молодёжь и укрепляет уважение к труду, знаниям и достижениям.</a:t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45000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«Гордость колледжа.Онлайн» — это не просто сайт, это цифровая летопись, отражающая лучших представителей учебного заведения.</a:t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7199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type="title"/>
          </p:nvPr>
        </p:nvSpPr>
        <p:spPr>
          <a:xfrm>
            <a:off x="729450" y="5666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Заключение</a:t>
            </a:r>
            <a:endParaRPr/>
          </a:p>
        </p:txBody>
      </p:sp>
      <p:sp>
        <p:nvSpPr>
          <p:cNvPr id="167" name="Google Shape;167;p24"/>
          <p:cNvSpPr txBox="1"/>
          <p:nvPr>
            <p:ph idx="1" type="body"/>
          </p:nvPr>
        </p:nvSpPr>
        <p:spPr>
          <a:xfrm>
            <a:off x="836875" y="1346425"/>
            <a:ext cx="7581300" cy="34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000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Проект объединяет патриотическое воспитание и цифровые технологии.</a:t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45000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Он показывает, что современный патриот — это не только человек, любящий свою Родину, но и владеющий инновационными инструментами будущего.</a:t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45000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«Гордость колледжа.Онлайн» — лицо нашего поколения,</a:t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45000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гордого за свою страну, своих учителей и свой колледж.</a:t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45000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